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"/>
  </p:notesMasterIdLst>
  <p:handoutMasterIdLst>
    <p:handoutMasterId r:id="rId4"/>
  </p:handoutMasterIdLst>
  <p:sldSz cx="12192000" cy="6858000"/>
  <p:notesSz cx="6858000" cy="9144000"/>
  <p:custDataLst>
    <p:tags r:id="rId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35" userDrawn="1">
          <p15:clr>
            <a:srgbClr val="A4A3A4"/>
          </p15:clr>
        </p15:guide>
        <p15:guide id="2" pos="379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Frank Chen" initials="" lastIdx="1" clrIdx="0"/>
  <p:cmAuthor id="1" name="Yuanyuan Liou" initials="YL" lastIdx="1" clrIdx="1"/>
  <p:cmAuthor id="2" name="Chen Frank" initials="CF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00F0F"/>
    <a:srgbClr val="0000CC"/>
    <a:srgbClr val="FC1515"/>
    <a:srgbClr val="800000"/>
    <a:srgbClr val="EDEDED"/>
    <a:srgbClr val="F1F1F1"/>
    <a:srgbClr val="A60A0A"/>
    <a:srgbClr val="FD1616"/>
    <a:srgbClr val="F915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2884" autoAdjust="0"/>
    <p:restoredTop sz="95761" autoAdjust="0"/>
  </p:normalViewPr>
  <p:slideViewPr>
    <p:cSldViewPr snapToGrid="0" showGuides="1">
      <p:cViewPr varScale="1">
        <p:scale>
          <a:sx n="62" d="100"/>
          <a:sy n="62" d="100"/>
        </p:scale>
        <p:origin x="78" y="300"/>
      </p:cViewPr>
      <p:guideLst>
        <p:guide orient="horz" pos="2035"/>
        <p:guide pos="379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992" y="208"/>
      </p:cViewPr>
      <p:guideLst>
        <p:guide orient="horz" pos="2713"/>
        <p:guide pos="213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3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Calibri" panose="020F0502020204030204" charset="0"/>
                <a:ea typeface="MS PGothic" panose="020B0600070205080204" pitchFamily="8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Calibri" panose="020F0502020204030204" charset="0"/>
                <a:ea typeface="MS PGothic" panose="020B0600070205080204" pitchFamily="8" charset="-128"/>
              </a:defRPr>
            </a:lvl1pPr>
          </a:lstStyle>
          <a:p>
            <a:pPr>
              <a:defRPr/>
            </a:pPr>
            <a:fld id="{C5F1BE8E-D059-4C33-BD06-D860220E4118}" type="datetimeFigureOut">
              <a:rPr lang="ja-JP" altLang="en-US"/>
            </a:fld>
            <a:endParaRPr lang="en-US" altLang="ja-JP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Calibri" panose="020F0502020204030204" charset="0"/>
                <a:ea typeface="MS PGothic" panose="020B0600070205080204" pitchFamily="8" charset="-128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Calibri" panose="020F0502020204030204" charset="0"/>
                <a:ea typeface="MS PGothic" panose="020B0600070205080204" pitchFamily="8" charset="-128"/>
              </a:defRPr>
            </a:lvl1pPr>
          </a:lstStyle>
          <a:p>
            <a:pPr>
              <a:defRPr/>
            </a:pPr>
            <a:fld id="{8A95545A-633B-470C-A887-C4DE541AF93C}" type="slidenum">
              <a:rPr lang="ja-JP" altLang="en-US"/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AB0CB7E-2DCC-4E2A-A36A-77D4EE5194F1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42ED3EC4-C199-4CC9-8DB1-49C52A1BBF31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带十字架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53475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4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5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3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4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53475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组合 25"/>
          <p:cNvGrpSpPr/>
          <p:nvPr userDrawn="1"/>
        </p:nvGrpSpPr>
        <p:grpSpPr bwMode="auto">
          <a:xfrm>
            <a:off x="0" y="2892425"/>
            <a:ext cx="152400" cy="400050"/>
            <a:chOff x="0" y="2891636"/>
            <a:chExt cx="152400" cy="400050"/>
          </a:xfrm>
        </p:grpSpPr>
        <p:sp>
          <p:nvSpPr>
            <p:cNvPr id="4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5" name="Straight Connector 15"/>
            <p:cNvCxnSpPr/>
            <p:nvPr/>
          </p:nvCxnSpPr>
          <p:spPr bwMode="auto">
            <a:xfrm>
              <a:off x="0" y="3074199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组合 26"/>
          <p:cNvGrpSpPr/>
          <p:nvPr userDrawn="1"/>
        </p:nvGrpSpPr>
        <p:grpSpPr bwMode="auto">
          <a:xfrm>
            <a:off x="8616950" y="2892425"/>
            <a:ext cx="152400" cy="400050"/>
            <a:chOff x="8616287" y="2891636"/>
            <a:chExt cx="152400" cy="400050"/>
          </a:xfrm>
        </p:grpSpPr>
        <p:sp>
          <p:nvSpPr>
            <p:cNvPr id="8" name="Rectangle 7"/>
            <p:cNvSpPr/>
            <p:nvPr/>
          </p:nvSpPr>
          <p:spPr>
            <a:xfrm rot="10800000">
              <a:off x="8616287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" name="Straight Connector 15"/>
            <p:cNvCxnSpPr/>
            <p:nvPr/>
          </p:nvCxnSpPr>
          <p:spPr bwMode="auto">
            <a:xfrm rot="10800000">
              <a:off x="8667087" y="3109124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16"/>
            <p:cNvCxnSpPr/>
            <p:nvPr/>
          </p:nvCxnSpPr>
          <p:spPr bwMode="auto">
            <a:xfrm rot="10800000">
              <a:off x="8667087" y="306308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文本框 30" descr="e7d195523061f1c021b92b3d25e54ab5e788c0576048880950C3AFFA1066A7153250F1349197BA8C5246BA9D557EC0274B8DA272D2431748978789E76D2CD7D1F11E7447C1D163F5D9CA1CD35DC7B6F0FFA3D66467BAE7C14FE869A837C1E39FB23BF3059C959301C16FA617AB6F15A687D6E703783DD4D83CCE8CB0A27A0D15A4A6B80C6EB515DF9C8660C3E3F8A3AC"/>
          <p:cNvSpPr txBox="1"/>
          <p:nvPr userDrawn="1"/>
        </p:nvSpPr>
        <p:spPr>
          <a:xfrm>
            <a:off x="2434500" y="960438"/>
            <a:ext cx="3886200" cy="1016000"/>
          </a:xfrm>
          <a:prstGeom prst="rect">
            <a:avLst/>
          </a:prstGeom>
          <a:noFill/>
        </p:spPr>
        <p:txBody>
          <a:bodyPr anchor="ctr" anchorCtr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主日崇拜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内容占位符 16"/>
          <p:cNvSpPr>
            <a:spLocks noGrp="1"/>
          </p:cNvSpPr>
          <p:nvPr>
            <p:ph sz="quarter" idx="10" hasCustomPrompt="1"/>
          </p:nvPr>
        </p:nvSpPr>
        <p:spPr>
          <a:xfrm>
            <a:off x="1935000" y="2086038"/>
            <a:ext cx="4885200" cy="644400"/>
          </a:xfrm>
          <a:prstGeom prst="rect">
            <a:avLst/>
          </a:prstGeom>
        </p:spPr>
        <p:txBody>
          <a:bodyPr anchor="ctr" anchorCtr="0"/>
          <a:lstStyle>
            <a:lvl1pPr marL="0" indent="0" algn="ctr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altLang="en-US" sz="3600" b="1" kern="1200" baseline="0" dirty="0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kumimoji="1" lang="zh-CN" altLang="en-US" dirty="0"/>
              <a:t>主后某年某月某日</a:t>
            </a:r>
            <a:endParaRPr kumimoji="1"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sz="quarter" idx="11" hasCustomPrompt="1"/>
          </p:nvPr>
        </p:nvSpPr>
        <p:spPr>
          <a:xfrm>
            <a:off x="1440000" y="2840400"/>
            <a:ext cx="5875200" cy="522000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 algn="ctr" fontAlgn="ctr">
              <a:lnSpc>
                <a:spcPct val="100000"/>
              </a:lnSpc>
              <a:buNone/>
              <a:def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defRPr>
            </a:lvl1pPr>
          </a:lstStyle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/>
              <a:t>单击编辑教会名称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诗歌清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4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5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标题 1"/>
          <p:cNvSpPr txBox="1"/>
          <p:nvPr userDrawn="1"/>
        </p:nvSpPr>
        <p:spPr bwMode="auto">
          <a:xfrm>
            <a:off x="0" y="0"/>
            <a:ext cx="8748000" cy="94210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68400" tIns="34290" rIns="68580" bIns="34290" numCol="1" rtlCol="0" anchor="ctr" anchorCtr="0" compatLnSpc="1">
            <a:norm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 以诗歌颂扬敬拜神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诗歌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5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内容占位符 11"/>
          <p:cNvSpPr>
            <a:spLocks noGrp="1"/>
          </p:cNvSpPr>
          <p:nvPr>
            <p:ph sz="quarter" idx="10" hasCustomPrompt="1"/>
          </p:nvPr>
        </p:nvSpPr>
        <p:spPr>
          <a:xfrm>
            <a:off x="-1" y="0"/>
            <a:ext cx="8748000" cy="943200"/>
          </a:xfrm>
          <a:prstGeom prst="rect">
            <a:avLst/>
          </a:prstGeom>
        </p:spPr>
        <p:txBody>
          <a:bodyPr lIns="180000" anchor="ctr" anchorCtr="0"/>
          <a:lstStyle>
            <a:lvl1pPr marL="107950" indent="0">
              <a:lnSpc>
                <a:spcPct val="100000"/>
              </a:lnSpc>
              <a:spcBef>
                <a:spcPts val="0"/>
              </a:spcBef>
              <a:buNone/>
              <a:defRPr sz="40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sz="quarter" idx="11" hasCustomPrompt="1"/>
          </p:nvPr>
        </p:nvSpPr>
        <p:spPr>
          <a:xfrm>
            <a:off x="-714" y="2168166"/>
            <a:ext cx="8748713" cy="86760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800" b="1" baseline="0">
                <a:latin typeface="华文新魏" panose="02010800040101010101" pitchFamily="2" charset="-122"/>
                <a:ea typeface="华文新魏" panose="02010800040101010101" pitchFamily="2" charset="-122"/>
              </a:defRPr>
            </a:lvl1pPr>
          </a:lstStyle>
          <a:p>
            <a:pPr lvl="0"/>
            <a:r>
              <a:rPr lang="zh-CN" altLang="en-US" dirty="0"/>
              <a:t>单击编辑诗歌标题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常规诗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10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1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内容占位符 13"/>
          <p:cNvSpPr>
            <a:spLocks noGrp="1"/>
          </p:cNvSpPr>
          <p:nvPr>
            <p:ph sz="quarter" idx="11" hasCustomPrompt="1"/>
          </p:nvPr>
        </p:nvSpPr>
        <p:spPr>
          <a:xfrm>
            <a:off x="0" y="6544038"/>
            <a:ext cx="8748000" cy="30010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i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en-US" altLang="zh-CN" dirty="0"/>
              <a:t>m/n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敬拜提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201613" y="76200"/>
            <a:ext cx="2735580" cy="706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汉仪中黑简" panose="02010609000101010101" charset="-122"/>
                <a:cs typeface="+mn-cs"/>
                <a:sym typeface="+mn-ea"/>
              </a:rPr>
              <a:t>温馨提示：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汉仪中黑简" panose="02010609000101010101" charset="-122"/>
              <a:cs typeface="+mn-cs"/>
              <a:sym typeface="+mn-ea"/>
            </a:endParaRPr>
          </a:p>
        </p:txBody>
      </p:sp>
      <p:grpSp>
        <p:nvGrpSpPr>
          <p:cNvPr id="12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13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4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副标题 2"/>
          <p:cNvSpPr txBox="1">
            <a:spLocks noChangeArrowheads="1"/>
          </p:cNvSpPr>
          <p:nvPr userDrawn="1"/>
        </p:nvSpPr>
        <p:spPr bwMode="auto">
          <a:xfrm>
            <a:off x="113030" y="880745"/>
            <a:ext cx="8282940" cy="59042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rIns="4572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1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、请把手机关机或调整为飞行模式；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2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、崇拜过程中请勿随意走动；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3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、请父母照看好自己的小孩，孩子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  <a:sym typeface="+mn-ea"/>
              </a:rPr>
              <a:t>　  安静地坐在自己身边。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静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1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12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3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"/>
          <p:cNvSpPr txBox="1">
            <a:spLocks noChangeArrowheads="1"/>
          </p:cNvSpPr>
          <p:nvPr userDrawn="1"/>
        </p:nvSpPr>
        <p:spPr bwMode="auto">
          <a:xfrm>
            <a:off x="201613" y="76200"/>
            <a:ext cx="4288353" cy="707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虔诚静默敬拜上帝</a:t>
            </a:r>
            <a:endParaRPr kumimoji="1" lang="ja-JP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副标题 2"/>
          <p:cNvSpPr txBox="1">
            <a:spLocks noChangeArrowheads="1"/>
          </p:cNvSpPr>
          <p:nvPr userDrawn="1"/>
        </p:nvSpPr>
        <p:spPr bwMode="auto">
          <a:xfrm>
            <a:off x="0" y="1018309"/>
            <a:ext cx="8769350" cy="226521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rIns="45720"/>
          <a:lstStyle/>
          <a:p>
            <a:pPr marL="0" marR="0" lvl="0" indent="0" algn="ctr" defTabSz="914400" rtl="0" eaLnBrk="1" fontAlgn="base" latinLnBrk="0" hangingPunct="1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惟耶和华在他的圣殿中；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全地的人，都当在他面前肃敬静默。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哈巴谷书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2:20)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副标题 2"/>
          <p:cNvSpPr txBox="1">
            <a:spLocks noChangeArrowheads="1"/>
          </p:cNvSpPr>
          <p:nvPr userDrawn="1"/>
        </p:nvSpPr>
        <p:spPr bwMode="auto">
          <a:xfrm>
            <a:off x="0" y="3097213"/>
            <a:ext cx="8763000" cy="33035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rIns="45720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请安静默祷等待聚会的开始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请关闭或静音手机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敬拜宣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9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0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"/>
          <p:cNvSpPr txBox="1">
            <a:spLocks noChangeArrowheads="1"/>
          </p:cNvSpPr>
          <p:nvPr userDrawn="1"/>
        </p:nvSpPr>
        <p:spPr bwMode="auto">
          <a:xfrm>
            <a:off x="201613" y="76200"/>
            <a:ext cx="1362075" cy="70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宣 告</a:t>
            </a:r>
            <a:endParaRPr kumimoji="1" lang="ja-JP" altLang="en-US" sz="4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副标题 2"/>
          <p:cNvSpPr txBox="1">
            <a:spLocks noChangeArrowheads="1"/>
          </p:cNvSpPr>
          <p:nvPr userDrawn="1"/>
        </p:nvSpPr>
        <p:spPr bwMode="auto">
          <a:xfrm>
            <a:off x="0" y="1416050"/>
            <a:ext cx="8769350" cy="20716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rIns="45720"/>
          <a:lstStyle/>
          <a:p>
            <a:pPr marL="0" marR="0" lvl="0" indent="0" algn="ctr" defTabSz="914400" rtl="0" eaLnBrk="1" fontAlgn="base" latinLnBrk="0" hangingPunct="1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奉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C1515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主耶稣基督的圣名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宣告：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崇拜聚会开始，请全体起立！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一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8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副标题 2"/>
          <p:cNvSpPr txBox="1">
            <a:spLocks noChangeArrowheads="1"/>
          </p:cNvSpPr>
          <p:nvPr userDrawn="1"/>
        </p:nvSpPr>
        <p:spPr bwMode="auto">
          <a:xfrm>
            <a:off x="0" y="963613"/>
            <a:ext cx="8769350" cy="44465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rIns="45720"/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《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三一颂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》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赞美真神  万福之根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世上万民  赞美主恩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天使天军  赞美主名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赞美圣父  圣子圣灵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105609"/>
            <a:ext cx="2465630" cy="649207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1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诗歌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宣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>
            <a:spLocks noChangeArrowheads="1"/>
          </p:cNvSpPr>
          <p:nvPr userDrawn="1"/>
        </p:nvSpPr>
        <p:spPr bwMode="auto">
          <a:xfrm>
            <a:off x="201613" y="76200"/>
            <a:ext cx="1362075" cy="70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宣 召</a:t>
            </a:r>
            <a:endParaRPr kumimoji="1" lang="ja-JP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5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内容占位符 10"/>
          <p:cNvSpPr>
            <a:spLocks noGrp="1"/>
          </p:cNvSpPr>
          <p:nvPr>
            <p:ph sz="quarter" idx="10" hasCustomPrompt="1"/>
          </p:nvPr>
        </p:nvSpPr>
        <p:spPr>
          <a:xfrm>
            <a:off x="1614488" y="182563"/>
            <a:ext cx="10418762" cy="55245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 i="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单击编辑经文编号</a:t>
            </a:r>
            <a:endParaRPr kumimoji="1"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quarter" idx="11" hasCustomPrompt="1"/>
          </p:nvPr>
        </p:nvSpPr>
        <p:spPr>
          <a:xfrm>
            <a:off x="226800" y="833733"/>
            <a:ext cx="11806450" cy="5841704"/>
          </a:xfrm>
          <a:prstGeom prst="rect">
            <a:avLst/>
          </a:prstGeom>
        </p:spPr>
        <p:txBody>
          <a:bodyPr/>
          <a:lstStyle>
            <a:lvl1pPr marL="0" indent="0" eaLnBrk="1">
              <a:lnSpc>
                <a:spcPct val="150000"/>
              </a:lnSpc>
              <a:spcBef>
                <a:spcPts val="0"/>
              </a:spcBef>
              <a:buNone/>
              <a:defRPr sz="3200" b="1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单击编辑宣召经文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公祷经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4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5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文本框 7"/>
          <p:cNvSpPr txBox="1"/>
          <p:nvPr userDrawn="1"/>
        </p:nvSpPr>
        <p:spPr>
          <a:xfrm>
            <a:off x="152400" y="782955"/>
            <a:ext cx="1385454" cy="59785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主领：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TextBox 1"/>
          <p:cNvSpPr txBox="1">
            <a:spLocks noChangeArrowheads="1"/>
          </p:cNvSpPr>
          <p:nvPr userDrawn="1"/>
        </p:nvSpPr>
        <p:spPr bwMode="auto">
          <a:xfrm>
            <a:off x="201613" y="76200"/>
            <a:ext cx="1363662" cy="70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 祷</a:t>
            </a:r>
            <a:endParaRPr kumimoji="1" lang="ja-JP" altLang="en-US" sz="4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sz="quarter" idx="10" hasCustomPrompt="1"/>
          </p:nvPr>
        </p:nvSpPr>
        <p:spPr>
          <a:xfrm>
            <a:off x="1614488" y="182563"/>
            <a:ext cx="10418762" cy="55245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单击编辑经文编号</a:t>
            </a:r>
            <a:endParaRPr kumimoji="1" lang="zh-CN" altLang="en-US" dirty="0"/>
          </a:p>
        </p:txBody>
      </p:sp>
      <p:sp>
        <p:nvSpPr>
          <p:cNvPr id="13" name="内容占位符 12"/>
          <p:cNvSpPr>
            <a:spLocks noGrp="1"/>
          </p:cNvSpPr>
          <p:nvPr>
            <p:ph sz="quarter" idx="11" hasCustomPrompt="1"/>
          </p:nvPr>
        </p:nvSpPr>
        <p:spPr>
          <a:xfrm>
            <a:off x="201612" y="1451296"/>
            <a:ext cx="11831637" cy="4921250"/>
          </a:xfrm>
          <a:prstGeom prst="rect">
            <a:avLst/>
          </a:prstGeom>
        </p:spPr>
        <p:txBody>
          <a:bodyPr/>
          <a:lstStyle>
            <a:lvl1pPr marL="0" indent="0" eaLnBrk="1">
              <a:lnSpc>
                <a:spcPct val="150000"/>
              </a:lnSpc>
              <a:spcBef>
                <a:spcPts val="0"/>
              </a:spcBef>
              <a:buNone/>
              <a:defRPr b="1" i="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单击编辑经文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公祷事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>
            <a:spLocks noChangeArrowheads="1"/>
          </p:cNvSpPr>
          <p:nvPr userDrawn="1"/>
        </p:nvSpPr>
        <p:spPr bwMode="auto">
          <a:xfrm>
            <a:off x="201613" y="76200"/>
            <a:ext cx="1363662" cy="70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公 祷</a:t>
            </a:r>
            <a:endParaRPr kumimoji="1" lang="ja-JP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6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7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内容占位符 9"/>
          <p:cNvSpPr>
            <a:spLocks noGrp="1"/>
          </p:cNvSpPr>
          <p:nvPr>
            <p:ph sz="quarter" idx="10" hasCustomPrompt="1"/>
          </p:nvPr>
        </p:nvSpPr>
        <p:spPr>
          <a:xfrm>
            <a:off x="374218" y="1135351"/>
            <a:ext cx="7883092" cy="3547485"/>
          </a:xfrm>
          <a:prstGeom prst="rect">
            <a:avLst/>
          </a:prstGeom>
        </p:spPr>
        <p:txBody>
          <a:bodyPr/>
          <a:lstStyle>
            <a:lvl1pPr marL="0" indent="0" eaLnBrk="1">
              <a:lnSpc>
                <a:spcPct val="150000"/>
              </a:lnSpc>
              <a:spcBef>
                <a:spcPts val="0"/>
              </a:spcBef>
              <a:buNone/>
              <a:defRPr sz="2400" b="1" i="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单击编辑公祷事项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认罪经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 userDrawn="1"/>
        </p:nvSpPr>
        <p:spPr bwMode="auto">
          <a:xfrm>
            <a:off x="201613" y="76200"/>
            <a:ext cx="1362874" cy="707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认 罪</a:t>
            </a:r>
            <a:endParaRPr kumimoji="1" lang="ja-JP" altLang="en-US" sz="4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5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6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7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文本框 9"/>
          <p:cNvSpPr txBox="1"/>
          <p:nvPr userDrawn="1"/>
        </p:nvSpPr>
        <p:spPr>
          <a:xfrm>
            <a:off x="152400" y="782955"/>
            <a:ext cx="1385454" cy="597856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会众：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3" name="内容占位符 10"/>
          <p:cNvSpPr>
            <a:spLocks noGrp="1"/>
          </p:cNvSpPr>
          <p:nvPr>
            <p:ph sz="quarter" idx="10" hasCustomPrompt="1"/>
          </p:nvPr>
        </p:nvSpPr>
        <p:spPr>
          <a:xfrm>
            <a:off x="1614488" y="182563"/>
            <a:ext cx="10418762" cy="55245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 i="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zh-CN" altLang="en-US" dirty="0"/>
              <a:t>单击编辑经文编号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1" hasCustomPrompt="1"/>
          </p:nvPr>
        </p:nvSpPr>
        <p:spPr>
          <a:xfrm>
            <a:off x="201612" y="1381125"/>
            <a:ext cx="11831637" cy="4953000"/>
          </a:xfrm>
          <a:prstGeom prst="rect">
            <a:avLst/>
          </a:prstGeom>
        </p:spPr>
        <p:txBody>
          <a:bodyPr/>
          <a:lstStyle>
            <a:lvl1pPr marL="0" indent="0" eaLnBrk="1">
              <a:lnSpc>
                <a:spcPct val="150000"/>
              </a:lnSpc>
              <a:spcBef>
                <a:spcPts val="0"/>
              </a:spcBef>
              <a:buNone/>
              <a:defRPr sz="3200" b="1" i="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单击编辑认罪经文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默想认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4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5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1"/>
          <p:cNvSpPr txBox="1">
            <a:spLocks noChangeArrowheads="1"/>
          </p:cNvSpPr>
          <p:nvPr userDrawn="1"/>
        </p:nvSpPr>
        <p:spPr bwMode="auto">
          <a:xfrm>
            <a:off x="201613" y="76200"/>
            <a:ext cx="2235200" cy="70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默想认罪</a:t>
            </a:r>
            <a:endParaRPr kumimoji="1" lang="ja-JP" altLang="en-US" sz="4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副标题 2"/>
          <p:cNvSpPr txBox="1">
            <a:spLocks noChangeArrowheads="1"/>
          </p:cNvSpPr>
          <p:nvPr userDrawn="1"/>
        </p:nvSpPr>
        <p:spPr bwMode="auto">
          <a:xfrm>
            <a:off x="0" y="1154113"/>
            <a:ext cx="8769350" cy="20716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rIns="4572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祷   告</a:t>
            </a:r>
            <a:endParaRPr kumimoji="0" lang="en-US" altLang="zh-CN" sz="6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赦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4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5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1"/>
          <p:cNvSpPr txBox="1">
            <a:spLocks noChangeArrowheads="1"/>
          </p:cNvSpPr>
          <p:nvPr userDrawn="1"/>
        </p:nvSpPr>
        <p:spPr bwMode="auto">
          <a:xfrm>
            <a:off x="201613" y="76200"/>
            <a:ext cx="1362874" cy="707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赦 罪</a:t>
            </a:r>
            <a:endParaRPr kumimoji="1" lang="ja-JP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0" hasCustomPrompt="1"/>
          </p:nvPr>
        </p:nvSpPr>
        <p:spPr>
          <a:xfrm>
            <a:off x="1616399" y="183600"/>
            <a:ext cx="6840000" cy="55440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单击编辑经文编号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sz="quarter" idx="11" hasCustomPrompt="1"/>
          </p:nvPr>
        </p:nvSpPr>
        <p:spPr>
          <a:xfrm>
            <a:off x="152400" y="820876"/>
            <a:ext cx="8353425" cy="5316538"/>
          </a:xfrm>
          <a:prstGeom prst="rect">
            <a:avLst/>
          </a:prstGeom>
        </p:spPr>
        <p:txBody>
          <a:bodyPr/>
          <a:lstStyle>
            <a:lvl1pPr marL="0" indent="0" eaLnBrk="1" hangingPunct="1">
              <a:lnSpc>
                <a:spcPct val="120000"/>
              </a:lnSpc>
              <a:spcBef>
                <a:spcPts val="0"/>
              </a:spcBef>
              <a:buNone/>
              <a:defRPr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indent="0" algn="l">
              <a:lnSpc>
                <a:spcPct val="150000"/>
              </a:lnSpc>
              <a:buNone/>
            </a:pPr>
            <a:r>
              <a:rPr lang="zh-CN" altLang="en-US" sz="2800" b="1" kern="0" dirty="0">
                <a:solidFill>
                  <a:srgbClr val="D00F0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主领：</a:t>
            </a:r>
            <a:endParaRPr lang="en-US" altLang="zh-CN" sz="2800" b="1" kern="0" dirty="0">
              <a:solidFill>
                <a:srgbClr val="D00F0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altLang="zh-CN" sz="2800" b="1" ker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{}</a:t>
            </a:r>
            <a:endParaRPr lang="en-US" altLang="zh-CN" sz="2800" b="1" kern="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zh-CN" altLang="en-US" sz="2800" b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会众：</a:t>
            </a: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感谢主赦免我们的罪！</a:t>
            </a:r>
            <a:endParaRPr lang="en-US" altLang="zh-CN" sz="2800" b="1" kern="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读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4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5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1"/>
          <p:cNvSpPr txBox="1">
            <a:spLocks noChangeArrowheads="1"/>
          </p:cNvSpPr>
          <p:nvPr userDrawn="1"/>
        </p:nvSpPr>
        <p:spPr bwMode="auto">
          <a:xfrm>
            <a:off x="247015" y="76200"/>
            <a:ext cx="1303489" cy="7683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读经</a:t>
            </a:r>
            <a:endParaRPr kumimoji="1" lang="zh-CN" altLang="ja-JP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0" hasCustomPrompt="1"/>
          </p:nvPr>
        </p:nvSpPr>
        <p:spPr>
          <a:xfrm>
            <a:off x="1601788" y="84138"/>
            <a:ext cx="10494962" cy="768350"/>
          </a:xfrm>
          <a:prstGeom prst="rect">
            <a:avLst/>
          </a:prstGeom>
        </p:spPr>
        <p:txBody>
          <a:bodyPr wrap="square" anchor="ctr" anchorCtr="0">
            <a:spAutoFit/>
          </a:bodyPr>
          <a:lstStyle>
            <a:lvl1pPr marL="0" indent="0">
              <a:lnSpc>
                <a:spcPct val="100000"/>
              </a:lnSpc>
              <a:buNone/>
              <a:defRPr lang="zh-CN" altLang="en-US" sz="4400" b="1" kern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>
              <a:spcBef>
                <a:spcPct val="0"/>
              </a:spcBef>
            </a:pPr>
            <a:r>
              <a:t>【</a:t>
            </a:r>
            <a:r>
              <a:rPr lang="en-US" altLang="zh-CN"/>
              <a:t>{}</a:t>
            </a:r>
            <a:r>
              <a:t>】</a:t>
            </a:r>
          </a:p>
        </p:txBody>
      </p:sp>
      <p:sp>
        <p:nvSpPr>
          <p:cNvPr id="14" name="内容占位符 13"/>
          <p:cNvSpPr>
            <a:spLocks noGrp="1"/>
          </p:cNvSpPr>
          <p:nvPr>
            <p:ph sz="quarter" idx="11" hasCustomPrompt="1"/>
          </p:nvPr>
        </p:nvSpPr>
        <p:spPr>
          <a:xfrm>
            <a:off x="247650" y="888682"/>
            <a:ext cx="11779250" cy="56980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eaLnBrk="1" fontAlgn="t" hangingPunct="1">
              <a:lnSpc>
                <a:spcPct val="150000"/>
              </a:lnSpc>
              <a:spcBef>
                <a:spcPts val="0"/>
              </a:spcBef>
              <a:buNone/>
              <a:defRPr b="1" i="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单击编辑经文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宣信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4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5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94178" y="75614"/>
            <a:ext cx="1369579" cy="707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anchor="ctr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宣 信</a:t>
            </a:r>
            <a:endParaRPr kumimoji="1" lang="zh-CN" altLang="ja-JP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宣信证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4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5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1"/>
          <p:cNvSpPr txBox="1">
            <a:spLocks noChangeArrowheads="1"/>
          </p:cNvSpPr>
          <p:nvPr userDrawn="1"/>
        </p:nvSpPr>
        <p:spPr bwMode="auto">
          <a:xfrm>
            <a:off x="201613" y="76200"/>
            <a:ext cx="3840480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沉静学道敬拜上帝</a:t>
            </a:r>
            <a:endParaRPr kumimoji="1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副标题 2"/>
          <p:cNvSpPr txBox="1">
            <a:spLocks noChangeArrowheads="1"/>
          </p:cNvSpPr>
          <p:nvPr userDrawn="1"/>
        </p:nvSpPr>
        <p:spPr bwMode="auto">
          <a:xfrm>
            <a:off x="-19050" y="1255713"/>
            <a:ext cx="8769350" cy="20716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rIns="4572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宣信、证道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宣信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4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5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1"/>
          <p:cNvSpPr txBox="1">
            <a:spLocks noChangeArrowheads="1"/>
          </p:cNvSpPr>
          <p:nvPr userDrawn="1"/>
        </p:nvSpPr>
        <p:spPr bwMode="auto">
          <a:xfrm>
            <a:off x="201613" y="76200"/>
            <a:ext cx="1362075" cy="70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宣 信</a:t>
            </a:r>
            <a:endParaRPr kumimoji="1" lang="ja-JP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内容占位符 9"/>
          <p:cNvSpPr>
            <a:spLocks noGrp="1"/>
          </p:cNvSpPr>
          <p:nvPr>
            <p:ph sz="quarter" idx="10" hasCustomPrompt="1"/>
          </p:nvPr>
        </p:nvSpPr>
        <p:spPr>
          <a:xfrm>
            <a:off x="0" y="1105200"/>
            <a:ext cx="8748713" cy="3621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《{}》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{}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证道摘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>
            <a:spLocks noChangeArrowheads="1"/>
          </p:cNvSpPr>
          <p:nvPr userDrawn="1"/>
        </p:nvSpPr>
        <p:spPr bwMode="auto">
          <a:xfrm>
            <a:off x="201613" y="76200"/>
            <a:ext cx="1362075" cy="70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证 道</a:t>
            </a:r>
            <a:endParaRPr kumimoji="1" lang="ja-JP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8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9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0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2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内容占位符 13"/>
          <p:cNvSpPr>
            <a:spLocks noGrp="1"/>
          </p:cNvSpPr>
          <p:nvPr>
            <p:ph sz="quarter" idx="10" hasCustomPrompt="1"/>
          </p:nvPr>
        </p:nvSpPr>
        <p:spPr>
          <a:xfrm>
            <a:off x="0" y="998840"/>
            <a:ext cx="8748713" cy="10332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4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{}</a:t>
            </a:r>
            <a:endParaRPr lang="zh-CN" altLang="en-US" dirty="0"/>
          </a:p>
        </p:txBody>
      </p:sp>
      <p:sp>
        <p:nvSpPr>
          <p:cNvPr id="18" name="内容占位符 17"/>
          <p:cNvSpPr>
            <a:spLocks noGrp="1"/>
          </p:cNvSpPr>
          <p:nvPr>
            <p:ph sz="quarter" idx="11" hasCustomPrompt="1"/>
          </p:nvPr>
        </p:nvSpPr>
        <p:spPr>
          <a:xfrm>
            <a:off x="-714" y="2499683"/>
            <a:ext cx="8748713" cy="70167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3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证道经文：</a:t>
            </a:r>
            <a:r>
              <a:rPr lang="en-US" altLang="zh-CN" dirty="0"/>
              <a:t>{}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证道经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>
            <a:spLocks noChangeArrowheads="1"/>
          </p:cNvSpPr>
          <p:nvPr userDrawn="1"/>
        </p:nvSpPr>
        <p:spPr bwMode="auto">
          <a:xfrm>
            <a:off x="80010" y="124619"/>
            <a:ext cx="2985660" cy="706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上帝的</a:t>
            </a: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话语：</a:t>
            </a:r>
            <a:endParaRPr kumimoji="1" lang="en-US" altLang="zh-CN" sz="40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PingFang SC Medium" panose="020B0400000000000000" charset="-122"/>
              <a:sym typeface="+mn-ea"/>
            </a:endParaRPr>
          </a:p>
        </p:txBody>
      </p:sp>
      <p:grpSp>
        <p:nvGrpSpPr>
          <p:cNvPr id="2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4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5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内容占位符 7"/>
          <p:cNvSpPr>
            <a:spLocks noGrp="1"/>
          </p:cNvSpPr>
          <p:nvPr>
            <p:ph sz="quarter" idx="10" hasCustomPrompt="1"/>
          </p:nvPr>
        </p:nvSpPr>
        <p:spPr>
          <a:xfrm>
            <a:off x="2906919" y="163874"/>
            <a:ext cx="8803513" cy="7056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0" b="1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【</a:t>
            </a:r>
            <a:r>
              <a:rPr lang="en-US" altLang="zh-CN"/>
              <a:t>{}</a:t>
            </a:r>
            <a:r>
              <a:rPr lang="zh-CN" altLang="en-US"/>
              <a:t>】</a:t>
            </a:r>
            <a:endParaRPr lang="zh-CN" altLang="en-US"/>
          </a:p>
        </p:txBody>
      </p:sp>
      <p:sp>
        <p:nvSpPr>
          <p:cNvPr id="14" name="内容占位符 13"/>
          <p:cNvSpPr>
            <a:spLocks noGrp="1"/>
          </p:cNvSpPr>
          <p:nvPr>
            <p:ph sz="quarter" idx="11" hasCustomPrompt="1"/>
          </p:nvPr>
        </p:nvSpPr>
        <p:spPr>
          <a:xfrm>
            <a:off x="153035" y="897890"/>
            <a:ext cx="11873865" cy="57937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eaLnBrk="1" fontAlgn="t" hangingPunct="1">
              <a:lnSpc>
                <a:spcPct val="150000"/>
              </a:lnSpc>
              <a:spcBef>
                <a:spcPts val="0"/>
              </a:spcBef>
              <a:buNone/>
              <a:defRPr b="1" i="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单击编辑经文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证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>
            <a:spLocks noChangeArrowheads="1"/>
          </p:cNvSpPr>
          <p:nvPr userDrawn="1"/>
        </p:nvSpPr>
        <p:spPr bwMode="auto">
          <a:xfrm>
            <a:off x="201613" y="76200"/>
            <a:ext cx="1362075" cy="70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证 道</a:t>
            </a:r>
            <a:endParaRPr kumimoji="1" lang="ja-JP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5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内容占位符 13"/>
          <p:cNvSpPr>
            <a:spLocks noGrp="1"/>
          </p:cNvSpPr>
          <p:nvPr>
            <p:ph sz="quarter" idx="10" hasCustomPrompt="1"/>
          </p:nvPr>
        </p:nvSpPr>
        <p:spPr>
          <a:xfrm>
            <a:off x="0" y="998840"/>
            <a:ext cx="8748713" cy="10332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4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{}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感恩奉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>
            <a:spLocks noChangeArrowheads="1"/>
          </p:cNvSpPr>
          <p:nvPr userDrawn="1"/>
        </p:nvSpPr>
        <p:spPr bwMode="auto">
          <a:xfrm>
            <a:off x="201613" y="76200"/>
            <a:ext cx="2236510" cy="707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感恩敬拜</a:t>
            </a:r>
            <a:endParaRPr kumimoji="1" lang="ja-JP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5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矩形 3"/>
          <p:cNvSpPr>
            <a:spLocks noChangeArrowheads="1"/>
          </p:cNvSpPr>
          <p:nvPr userDrawn="1"/>
        </p:nvSpPr>
        <p:spPr bwMode="auto">
          <a:xfrm>
            <a:off x="2438400" y="124775"/>
            <a:ext cx="6240145" cy="64516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林后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8:9】【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罗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12:1–2】 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0" name="矩形 2"/>
          <p:cNvSpPr/>
          <p:nvPr userDrawn="1"/>
        </p:nvSpPr>
        <p:spPr>
          <a:xfrm>
            <a:off x="58992" y="771227"/>
            <a:ext cx="86400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　　你们知道我们主耶稣基督的恩典：他本来富足，却为你们成了贫穷，叫你们因他的贫穷，可以成为富足。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（林后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8:9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　　所以，弟兄们，我以神的慈悲劝你们，将身体献上，当作活祭，是圣洁的，是神所喜悦的；你们如此事奉乃是理所当然的。不要效法这个世界，只要心意更新而变化，叫你们察验何为神的善良、纯全、可喜悦的旨意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罗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12:1–2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会毕祝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5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1"/>
          <p:cNvSpPr txBox="1">
            <a:spLocks noChangeArrowheads="1"/>
          </p:cNvSpPr>
          <p:nvPr userDrawn="1"/>
        </p:nvSpPr>
        <p:spPr bwMode="auto">
          <a:xfrm>
            <a:off x="201613" y="76200"/>
            <a:ext cx="1390124" cy="707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祝 福</a:t>
            </a:r>
            <a:endParaRPr kumimoji="1" lang="ja-JP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副标题 2"/>
          <p:cNvSpPr txBox="1">
            <a:spLocks noChangeArrowheads="1"/>
          </p:cNvSpPr>
          <p:nvPr userDrawn="1"/>
        </p:nvSpPr>
        <p:spPr bwMode="auto">
          <a:xfrm>
            <a:off x="0" y="571023"/>
            <a:ext cx="8769350" cy="44465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rIns="45720"/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kumimoji="0" lang="en-US" altLang="zh-C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会毕祝福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祝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5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1"/>
          <p:cNvSpPr txBox="1">
            <a:spLocks noChangeArrowheads="1"/>
          </p:cNvSpPr>
          <p:nvPr userDrawn="1"/>
        </p:nvSpPr>
        <p:spPr bwMode="auto">
          <a:xfrm>
            <a:off x="201613" y="76200"/>
            <a:ext cx="1362874" cy="707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祝 祷</a:t>
            </a:r>
            <a:endParaRPr kumimoji="1" lang="ja-JP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1272404" y="75600"/>
            <a:ext cx="68248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民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6:24–26】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太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28:19–20】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副标题 2"/>
          <p:cNvSpPr txBox="1">
            <a:spLocks noChangeArrowheads="1"/>
          </p:cNvSpPr>
          <p:nvPr userDrawn="1"/>
        </p:nvSpPr>
        <p:spPr bwMode="auto">
          <a:xfrm>
            <a:off x="0" y="706755"/>
            <a:ext cx="8748000" cy="54502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rIns="45720"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　　愿耶和华赐福给你，保护你。愿耶和华使他的脸光照你，赐恩给你。愿耶和华向你仰脸，赐你平安。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　　所以，你们要去，使万民作我的门徒，奉父、子、圣灵的名给他们施洗。凡我所吩咐你们的，都教训他们遵守，我就常与你们同在，直到世界的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末了。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阿们！</a:t>
            </a: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endParaRPr kumimoji="0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阿们二叠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5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4225"/>
            <a:ext cx="8748000" cy="2749069"/>
          </a:xfrm>
          <a:prstGeom prst="rect">
            <a:avLst/>
          </a:prstGeom>
        </p:spPr>
      </p:pic>
      <p:sp>
        <p:nvSpPr>
          <p:cNvPr id="9" name="TextBox 1"/>
          <p:cNvSpPr txBox="1">
            <a:spLocks noChangeArrowheads="1"/>
          </p:cNvSpPr>
          <p:nvPr userDrawn="1"/>
        </p:nvSpPr>
        <p:spPr bwMode="auto">
          <a:xfrm>
            <a:off x="201613" y="76200"/>
            <a:ext cx="1390124" cy="707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祝 福</a:t>
            </a:r>
            <a:endParaRPr kumimoji="1" lang="ja-JP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祷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5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 descr="石头墙上&#10;&#10;描述已自动生成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8748000" cy="6858000"/>
          </a:xfrm>
          <a:prstGeom prst="rect">
            <a:avLst/>
          </a:prstGeom>
        </p:spPr>
      </p:pic>
      <p:sp>
        <p:nvSpPr>
          <p:cNvPr id="9" name="灯片编号占位符 2"/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A053A44-6B1A-485F-BBC6-6FAE9473707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文本框 9"/>
          <p:cNvSpPr txBox="1"/>
          <p:nvPr userDrawn="1"/>
        </p:nvSpPr>
        <p:spPr>
          <a:xfrm>
            <a:off x="0" y="180000"/>
            <a:ext cx="8748000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0" i="0" u="none" strike="noStrike" kern="2000" cap="none" spc="90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+mn-cs"/>
              </a:rPr>
              <a:t>主祷文</a:t>
            </a:r>
            <a:endParaRPr kumimoji="0" lang="zh-CN" altLang="en-US" sz="6600" b="0" i="0" u="none" strike="noStrike" kern="2000" cap="none" spc="90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隶书" panose="02010509060101010101" pitchFamily="49" charset="-122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1" name="文本框 10"/>
          <p:cNvSpPr txBox="1"/>
          <p:nvPr userDrawn="1"/>
        </p:nvSpPr>
        <p:spPr>
          <a:xfrm>
            <a:off x="3467340" y="1142224"/>
            <a:ext cx="18133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马太福音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6:9–13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953998" y="1652724"/>
            <a:ext cx="6840000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我们在天上的父，愿人都尊你的名为圣。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愿你的国降临，愿你的旨意行在地上，如同行在天上。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我们日用的饮食，今日赐给我们。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免我们的债，如同我们免了人的债。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不叫我们遇见试探，救我们脱离凶恶。因为国度，权柄，荣耀，全是你的，直到永远。阿门！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3" name="组合 9"/>
          <p:cNvGrpSpPr/>
          <p:nvPr userDrawn="1"/>
        </p:nvGrpSpPr>
        <p:grpSpPr bwMode="auto">
          <a:xfrm>
            <a:off x="152400" y="382588"/>
            <a:ext cx="152400" cy="400050"/>
            <a:chOff x="0" y="2891636"/>
            <a:chExt cx="152400" cy="400050"/>
          </a:xfrm>
        </p:grpSpPr>
        <p:sp>
          <p:nvSpPr>
            <p:cNvPr id="14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5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新朋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5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1"/>
          <p:cNvSpPr txBox="1">
            <a:spLocks noChangeArrowheads="1"/>
          </p:cNvSpPr>
          <p:nvPr userDrawn="1"/>
        </p:nvSpPr>
        <p:spPr bwMode="auto">
          <a:xfrm>
            <a:off x="201613" y="76200"/>
            <a:ext cx="3775075" cy="70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团契相交敬拜神</a:t>
            </a:r>
            <a:endParaRPr kumimoji="1" lang="ja-JP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副标题 2"/>
          <p:cNvSpPr txBox="1">
            <a:spLocks noChangeArrowheads="1"/>
          </p:cNvSpPr>
          <p:nvPr userDrawn="1"/>
        </p:nvSpPr>
        <p:spPr bwMode="auto">
          <a:xfrm>
            <a:off x="284163" y="811213"/>
            <a:ext cx="8189912" cy="44465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rIns="45720"/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家事分享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欢迎新朋友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　　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请简单介绍您的姓名、谁介绍的、是否已信主、现居住在哪？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家事报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>
            <a:spLocks noChangeArrowheads="1"/>
          </p:cNvSpPr>
          <p:nvPr userDrawn="1"/>
        </p:nvSpPr>
        <p:spPr bwMode="auto">
          <a:xfrm>
            <a:off x="201613" y="76200"/>
            <a:ext cx="7959407" cy="70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团契相交敬拜神 家事分享    </a:t>
            </a:r>
            <a:endParaRPr kumimoji="1" lang="ja-JP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6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7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内容占位符 9"/>
          <p:cNvSpPr>
            <a:spLocks noGrp="1"/>
          </p:cNvSpPr>
          <p:nvPr>
            <p:ph sz="quarter" idx="10" hasCustomPrompt="1"/>
          </p:nvPr>
        </p:nvSpPr>
        <p:spPr>
          <a:xfrm>
            <a:off x="201613" y="784225"/>
            <a:ext cx="8385175" cy="56165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en-US" altLang="zh-CN"/>
              <a:t>1.</a:t>
            </a:r>
            <a:r>
              <a:rPr lang="zh-CN" altLang="en-US"/>
              <a:t>周间聚会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团契学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5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6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1"/>
          <p:cNvSpPr txBox="1">
            <a:spLocks noChangeArrowheads="1"/>
          </p:cNvSpPr>
          <p:nvPr userDrawn="1"/>
        </p:nvSpPr>
        <p:spPr bwMode="auto">
          <a:xfrm>
            <a:off x="201613" y="76200"/>
            <a:ext cx="3775075" cy="708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团契学习敬拜神</a:t>
            </a:r>
            <a:endParaRPr kumimoji="1" lang="ja-JP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副标题 2"/>
          <p:cNvSpPr txBox="1">
            <a:spLocks noChangeArrowheads="1"/>
          </p:cNvSpPr>
          <p:nvPr userDrawn="1"/>
        </p:nvSpPr>
        <p:spPr bwMode="auto">
          <a:xfrm>
            <a:off x="0" y="850900"/>
            <a:ext cx="8748000" cy="60071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45720" rIns="45720"/>
          <a:lstStyle/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西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4:16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（新译本）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你们要让基督的道丰丰富富地住在你们的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心里，以各样的智慧，彼此教导，互相劝诫，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用诗章、圣诗、灵歌，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怀着感恩的心歌颂神。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圣餐-开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5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6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文本框 7"/>
          <p:cNvSpPr txBox="1"/>
          <p:nvPr userDrawn="1"/>
        </p:nvSpPr>
        <p:spPr>
          <a:xfrm>
            <a:off x="1609859" y="1982450"/>
            <a:ext cx="50356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88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圣 餐</a:t>
            </a:r>
            <a:endParaRPr kumimoji="1" lang="zh-CN" altLang="en-US" sz="8800" b="1" i="0" u="none" strike="noStrike" kern="1200" cap="none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圣餐-提醒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5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6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 Box 8"/>
          <p:cNvSpPr txBox="1"/>
          <p:nvPr userDrawn="1"/>
        </p:nvSpPr>
        <p:spPr>
          <a:xfrm>
            <a:off x="2322156" y="706438"/>
            <a:ext cx="4103688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Calibri" panose="020F0502020204030204" charset="0"/>
                <a:ea typeface="宋体" panose="02010600030101010101" pitchFamily="2" charset="-122"/>
              </a:rPr>
              <a:t>领餐提醒：</a:t>
            </a:r>
            <a:endParaRPr lang="zh-CN" altLang="en-US" sz="32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9" name="Rectangle 2"/>
          <p:cNvSpPr txBox="1"/>
          <p:nvPr userDrawn="1"/>
        </p:nvSpPr>
        <p:spPr>
          <a:xfrm>
            <a:off x="0" y="144000"/>
            <a:ext cx="8748000" cy="571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eaLnBrk="0" hangingPunct="0"/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以领受圣餐敬拜神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Text Box 7"/>
          <p:cNvSpPr txBox="1"/>
          <p:nvPr userDrawn="1"/>
        </p:nvSpPr>
        <p:spPr>
          <a:xfrm>
            <a:off x="0" y="1285875"/>
            <a:ext cx="8748000" cy="46640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eaLnBrk="0" hangingPunct="0">
              <a:lnSpc>
                <a:spcPct val="150000"/>
              </a:lnSpc>
            </a:pPr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、请没有领受圣约洗礼的弟兄姐妹不要领餐，</a:t>
            </a:r>
            <a:endParaRPr lang="en-US" altLang="x-none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x-none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盼望参加教会学习，预备洗礼入会；</a:t>
            </a:r>
            <a:endParaRPr lang="zh-CN" altLang="en-US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zh-CN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、请圣约家庭洗礼的孩童和婴儿不要领餐；</a:t>
            </a:r>
            <a:endParaRPr lang="en-US" altLang="x-none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x-none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劝惩中的会员和良心因罪捆绑不安的信徒不要</a:t>
            </a:r>
            <a:endParaRPr lang="en-US" altLang="x-none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x-none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</a:rPr>
              <a:t>领餐；（会后盼望和牧者交通）</a:t>
            </a:r>
            <a:endParaRPr lang="zh-CN" altLang="en-US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en-US" altLang="x-none" sz="2500" b="1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3</a:t>
            </a: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、初次来本教会聚会的弟兄姊妹，暂时不要领餐。 </a:t>
            </a:r>
            <a:endParaRPr lang="zh-CN" altLang="en-US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   若你没有经过“新人约谈”，请你主动找接待同</a:t>
            </a:r>
            <a:endParaRPr lang="zh-CN" altLang="en-US" sz="25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eaLnBrk="0" hangingPunct="0">
              <a:lnSpc>
                <a:spcPct val="150000"/>
              </a:lnSpc>
            </a:pPr>
            <a:r>
              <a:rPr lang="zh-CN" altLang="en-US" sz="2500" b="1" dirty="0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   工或传道人交通。</a:t>
            </a:r>
            <a:endParaRPr lang="en-US" altLang="x-none" sz="25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圣餐-名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8"/>
          <p:cNvSpPr txBox="1"/>
          <p:nvPr userDrawn="1"/>
        </p:nvSpPr>
        <p:spPr>
          <a:xfrm>
            <a:off x="2292848" y="706438"/>
            <a:ext cx="4103688" cy="5794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3200" b="1" dirty="0">
                <a:latin typeface="Calibri" panose="020F0502020204030204" charset="0"/>
              </a:rPr>
              <a:t>非会友领餐名单</a:t>
            </a:r>
            <a:r>
              <a:rPr lang="zh-CN" altLang="en-US" sz="3200" b="1" dirty="0">
                <a:latin typeface="Calibri" panose="020F0502020204030204" charset="0"/>
                <a:ea typeface="宋体" panose="02010600030101010101" pitchFamily="2" charset="-122"/>
              </a:rPr>
              <a:t>：</a:t>
            </a:r>
            <a:endParaRPr lang="zh-CN" altLang="en-US" sz="3200" b="1" dirty="0">
              <a:latin typeface="Calibri" panose="020F0502020204030204" charset="0"/>
              <a:ea typeface="宋体" panose="02010600030101010101" pitchFamily="2" charset="-122"/>
            </a:endParaRPr>
          </a:p>
        </p:txBody>
      </p:sp>
      <p:sp>
        <p:nvSpPr>
          <p:cNvPr id="4" name="Rectangle 2"/>
          <p:cNvSpPr txBox="1"/>
          <p:nvPr userDrawn="1"/>
        </p:nvSpPr>
        <p:spPr>
          <a:xfrm>
            <a:off x="0" y="144000"/>
            <a:ext cx="8748000" cy="571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eaLnBrk="0" hangingPunct="0"/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以领受圣餐敬拜神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7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8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圣餐-小要理问答91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5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6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矩形 1"/>
          <p:cNvSpPr/>
          <p:nvPr userDrawn="1"/>
        </p:nvSpPr>
        <p:spPr>
          <a:xfrm>
            <a:off x="1206000" y="944178"/>
            <a:ext cx="6336597" cy="366779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《西敏小要理问答》</a:t>
            </a:r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9</a:t>
            </a:r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1问：圣礼怎样成为有效的救恩媒介？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答：圣礼成为有效的救恩媒介，不是因为圣礼本身有功效，也不是施行者的能力，而是唯独藉基督所赐的恩福，和祂的灵运行，在那些以</a:t>
            </a:r>
            <a:r>
              <a:rPr lang="en-US" altLang="zh-CN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“</a:t>
            </a: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相信</a:t>
            </a:r>
            <a:r>
              <a:rPr lang="en-US" altLang="zh-CN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”</a:t>
            </a:r>
            <a:r>
              <a:rPr lang="zh-CN" altLang="en-US" sz="2800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领受圣礼的人心中。</a:t>
            </a:r>
            <a:endParaRPr lang="zh-CN" altLang="en-US" sz="2800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" name="Rectangle 2"/>
          <p:cNvSpPr txBox="1"/>
          <p:nvPr userDrawn="1"/>
        </p:nvSpPr>
        <p:spPr>
          <a:xfrm>
            <a:off x="0" y="144000"/>
            <a:ext cx="8748000" cy="571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eaLnBrk="0" hangingPunct="0"/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以领受圣餐敬拜神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圣餐-经文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5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6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矩形 3"/>
          <p:cNvSpPr/>
          <p:nvPr userDrawn="1"/>
        </p:nvSpPr>
        <p:spPr>
          <a:xfrm>
            <a:off x="2864299" y="662305"/>
            <a:ext cx="3000375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en-US" altLang="zh-CN" sz="2400" b="1" dirty="0">
                <a:latin typeface="华文楷体" panose="02010600040101010101" charset="-122"/>
                <a:ea typeface="华文楷体" panose="02010600040101010101" charset="-122"/>
              </a:rPr>
              <a:t>(</a:t>
            </a:r>
            <a:r>
              <a:rPr sz="2400" b="1" dirty="0">
                <a:latin typeface="华文楷体" panose="02010600040101010101" charset="-122"/>
                <a:ea typeface="华文楷体" panose="02010600040101010101" charset="-122"/>
              </a:rPr>
              <a:t>路22:14-23</a:t>
            </a:r>
            <a:r>
              <a:rPr lang="en-US" altLang="zh-CN" sz="2400" b="1" dirty="0">
                <a:latin typeface="华文楷体" panose="02010600040101010101" charset="-122"/>
                <a:ea typeface="华文楷体" panose="02010600040101010101" charset="-122"/>
              </a:rPr>
              <a:t>)</a:t>
            </a:r>
            <a:endParaRPr lang="en-US" altLang="zh-CN" sz="2400" b="1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9" name="Rectangle 3"/>
          <p:cNvSpPr/>
          <p:nvPr userDrawn="1"/>
        </p:nvSpPr>
        <p:spPr>
          <a:xfrm>
            <a:off x="972000" y="1122680"/>
            <a:ext cx="6784975" cy="424688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zh-CN" altLang="en-US" sz="3200" b="1" dirty="0">
                <a:latin typeface="楷体" panose="02010609060101010101" charset="-122"/>
                <a:ea typeface="楷体" panose="02010609060101010101" charset="-122"/>
              </a:rPr>
              <a:t>　　时候到了，耶稣坐席，使徒也和他同坐。耶稣对他们说：“我很愿意在受害以先和你们吃这逾越节的筵席。我告诉你们：我不再吃这筵席，直到成就在　神的国里。”耶稣接过杯来，祝谢了，说：“你们拿这个，大家分着喝。我告诉你们：从今以后，我不再喝这葡萄汁，直等　神的国来到。”</a:t>
            </a:r>
            <a:endParaRPr lang="zh-CN" altLang="en-US" sz="3200" b="1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0" name="Rectangle 2"/>
          <p:cNvSpPr txBox="1"/>
          <p:nvPr userDrawn="1"/>
        </p:nvSpPr>
        <p:spPr>
          <a:xfrm>
            <a:off x="0" y="144000"/>
            <a:ext cx="8748000" cy="571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eaLnBrk="0" hangingPunct="0"/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以领受圣餐敬拜神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圣餐-经文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5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6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矩形 3"/>
          <p:cNvSpPr/>
          <p:nvPr userDrawn="1"/>
        </p:nvSpPr>
        <p:spPr>
          <a:xfrm>
            <a:off x="2874119" y="662595"/>
            <a:ext cx="3000375" cy="4603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/>
            <a:r>
              <a:rPr lang="en-US" altLang="zh-CN" sz="2400" b="1" dirty="0">
                <a:latin typeface="华文楷体" panose="02010600040101010101" charset="-122"/>
                <a:ea typeface="华文楷体" panose="02010600040101010101" charset="-122"/>
              </a:rPr>
              <a:t>(</a:t>
            </a:r>
            <a:r>
              <a:rPr sz="2400" b="1" dirty="0">
                <a:latin typeface="华文楷体" panose="02010600040101010101" charset="-122"/>
                <a:ea typeface="华文楷体" panose="02010600040101010101" charset="-122"/>
              </a:rPr>
              <a:t>路22:14-23</a:t>
            </a:r>
            <a:r>
              <a:rPr lang="en-US" altLang="zh-CN" sz="2400" b="1" dirty="0">
                <a:latin typeface="华文楷体" panose="02010600040101010101" charset="-122"/>
                <a:ea typeface="华文楷体" panose="02010600040101010101" charset="-122"/>
              </a:rPr>
              <a:t>)</a:t>
            </a:r>
            <a:endParaRPr lang="en-US" altLang="zh-CN" sz="2400" b="1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9" name="Rectangle 3"/>
          <p:cNvSpPr/>
          <p:nvPr userDrawn="1"/>
        </p:nvSpPr>
        <p:spPr>
          <a:xfrm>
            <a:off x="849600" y="1121745"/>
            <a:ext cx="7049415" cy="487235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r>
              <a:rPr lang="zh-CN" altLang="en-US" sz="3200" b="1" dirty="0">
                <a:solidFill>
                  <a:srgbClr val="FF0000"/>
                </a:solidFill>
                <a:latin typeface="楷体" panose="02010609060101010101" charset="-122"/>
                <a:ea typeface="楷体" panose="02010609060101010101" charset="-122"/>
              </a:rPr>
              <a:t>　　又拿起饼来，祝谢了，就擘开，递给他们，说：“这是我的身体，为你们舍的，你们也应当如此行，为的是记念我。”饭后也照样拿起杯来，说：“这杯是用我血所立的新约，是为你们流出来的。</a:t>
            </a:r>
            <a:r>
              <a:rPr lang="zh-CN" altLang="en-US" sz="3200" b="1" dirty="0">
                <a:latin typeface="楷体" panose="02010609060101010101" charset="-122"/>
                <a:ea typeface="楷体" panose="02010609060101010101" charset="-122"/>
              </a:rPr>
              <a:t>看哪，那卖我之人的手与我一同在桌子上。人子固然要照所预定的去世，但卖人子的人有祸了！”他们就彼此对问，是哪一个要作这事？</a:t>
            </a:r>
            <a:endParaRPr lang="zh-CN" altLang="en-US" sz="3200" b="1" dirty="0"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0" name="Rectangle 2"/>
          <p:cNvSpPr txBox="1"/>
          <p:nvPr userDrawn="1"/>
        </p:nvSpPr>
        <p:spPr>
          <a:xfrm>
            <a:off x="0" y="144000"/>
            <a:ext cx="8748000" cy="571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eaLnBrk="0" hangingPunct="0"/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以领受圣餐敬拜神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圣餐-诗歌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5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6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Rectangle 2"/>
          <p:cNvSpPr txBox="1"/>
          <p:nvPr userDrawn="1"/>
        </p:nvSpPr>
        <p:spPr>
          <a:xfrm>
            <a:off x="0" y="144000"/>
            <a:ext cx="8748000" cy="571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eaLnBrk="0" hangingPunct="0"/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以领受圣餐敬拜神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sz="quarter" idx="10" hasCustomPrompt="1"/>
          </p:nvPr>
        </p:nvSpPr>
        <p:spPr>
          <a:xfrm>
            <a:off x="0" y="1065600"/>
            <a:ext cx="8748000" cy="21780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>
            <a:lvl1pPr marL="109855" indent="0">
              <a:buNone/>
              <a:defRPr lang="zh-CN" altLang="en-US" sz="36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pPr marL="365125" indent="-255270" algn="ctr" eaLnBrk="0" hangingPunct="0">
              <a:spcBef>
                <a:spcPct val="20000"/>
              </a:spcBef>
            </a:pPr>
            <a:r>
              <a:rPr lang="zh-CN" altLang="en-US" sz="3600" b="1">
                <a:latin typeface="宋体" panose="02010600030101010101" pitchFamily="2" charset="-122"/>
                <a:ea typeface="宋体" panose="02010600030101010101" pitchFamily="2" charset="-122"/>
              </a:rPr>
              <a:t>圣餐诗歌</a:t>
            </a:r>
            <a:endParaRPr lang="zh-CN" altLang="en-US" sz="36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spcBef>
                <a:spcPts val="600"/>
              </a:spcBef>
            </a:pPr>
            <a:r>
              <a:rPr lang="en-US" altLang="zh-CN" sz="3600" b="1">
                <a:latin typeface="宋体" panose="02010600030101010101" pitchFamily="2" charset="-122"/>
                <a:ea typeface="宋体" panose="02010600030101010101" pitchFamily="2" charset="-122"/>
                <a:sym typeface="Arial" panose="020B0604020202020204" pitchFamily="34" charset="0"/>
              </a:rPr>
              <a:t>{}</a:t>
            </a:r>
            <a:endParaRPr lang="en-US" altLang="zh-CN" sz="36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圣餐-诗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5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6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1"/>
          <p:cNvSpPr txBox="1">
            <a:spLocks noChangeArrowheads="1"/>
          </p:cNvSpPr>
          <p:nvPr userDrawn="1"/>
        </p:nvSpPr>
        <p:spPr bwMode="auto">
          <a:xfrm>
            <a:off x="201613" y="76200"/>
            <a:ext cx="2217420" cy="7067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圣餐诗歌</a:t>
            </a:r>
            <a:endParaRPr kumimoji="1"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sz="quarter" idx="10" hasCustomPrompt="1"/>
          </p:nvPr>
        </p:nvSpPr>
        <p:spPr>
          <a:xfrm>
            <a:off x="0" y="6475236"/>
            <a:ext cx="8748713" cy="3708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/>
              <a:t>m/n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圣餐-举饼祝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5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6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文本框 7"/>
          <p:cNvSpPr txBox="1"/>
          <p:nvPr userDrawn="1"/>
        </p:nvSpPr>
        <p:spPr>
          <a:xfrm>
            <a:off x="2409939" y="1454614"/>
            <a:ext cx="3928122" cy="5232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举饼祝谢</a:t>
            </a:r>
            <a:r>
              <a:rPr lang="en-US" altLang="zh-CN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    </a:t>
            </a:r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分领等待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9" name="Rectangle 2"/>
          <p:cNvSpPr txBox="1"/>
          <p:nvPr userDrawn="1"/>
        </p:nvSpPr>
        <p:spPr>
          <a:xfrm>
            <a:off x="0" y="144000"/>
            <a:ext cx="8748000" cy="571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eaLnBrk="0" hangingPunct="0"/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以领受圣餐敬拜神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圣餐-自我省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 txBox="1"/>
          <p:nvPr userDrawn="1"/>
        </p:nvSpPr>
        <p:spPr>
          <a:xfrm>
            <a:off x="132533" y="874671"/>
            <a:ext cx="8484529" cy="433276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自我省察：</a:t>
            </a:r>
            <a:endParaRPr lang="zh-CN" altLang="en-US" sz="2400" b="1" dirty="0"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</a:rPr>
              <a:t>　　如果分领圣餐是为坚固我们的信心，我们就当首先自我省察。让我们每个人都省察自己的罪和当受的咒诅，以使我们在神面前谦卑。</a:t>
            </a:r>
            <a:endParaRPr lang="zh-CN" altLang="en-US" sz="2400" dirty="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</a:rPr>
              <a:t>　　其次，让我们每个人都省察自己是否相信神可靠的应许，即惟因耶稣基督的受苦和受死，自己一切的罪都得了赦免，基督纯全的义白白地赐给了我们。</a:t>
            </a:r>
            <a:endParaRPr lang="zh-CN" altLang="en-US" sz="2400" dirty="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</a:rPr>
              <a:t>　　最后，让我们每个人都决定自己是否愿用全部的生命，心怀感恩地事奉神，是否愿意以真诚的爱与邻舍和平相处。</a:t>
            </a:r>
            <a:endParaRPr lang="zh-CN" altLang="en-US" sz="2400" dirty="0">
              <a:latin typeface="华文中宋" panose="02010600040101010101" charset="-122"/>
              <a:ea typeface="华文中宋" panose="02010600040101010101" charset="-122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</a:rPr>
              <a:t>祷告：</a:t>
            </a:r>
            <a:endParaRPr lang="zh-CN" altLang="en-US" sz="24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Rectangle 2"/>
          <p:cNvSpPr txBox="1"/>
          <p:nvPr userDrawn="1"/>
        </p:nvSpPr>
        <p:spPr>
          <a:xfrm>
            <a:off x="0" y="144000"/>
            <a:ext cx="8748000" cy="571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eaLnBrk="0" hangingPunct="0"/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以领受圣餐敬拜神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7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8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圣餐-同领饼和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5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6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2"/>
          <p:cNvSpPr txBox="1"/>
          <p:nvPr userDrawn="1"/>
        </p:nvSpPr>
        <p:spPr>
          <a:xfrm>
            <a:off x="0" y="144000"/>
            <a:ext cx="8748000" cy="571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eaLnBrk="0" hangingPunct="0"/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以领受圣餐敬拜神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2409939" y="1454614"/>
            <a:ext cx="3928122" cy="5232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同领饼和杯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圣餐-祷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5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6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2"/>
          <p:cNvSpPr txBox="1"/>
          <p:nvPr userDrawn="1"/>
        </p:nvSpPr>
        <p:spPr>
          <a:xfrm>
            <a:off x="0" y="144000"/>
            <a:ext cx="8748000" cy="571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eaLnBrk="0" hangingPunct="0"/>
            <a:r>
              <a:rPr lang="zh-CN" altLang="en-US" sz="3600" b="1" dirty="0">
                <a:latin typeface="宋体" panose="02010600030101010101" pitchFamily="2" charset="-122"/>
                <a:ea typeface="宋体" panose="02010600030101010101" pitchFamily="2" charset="-122"/>
              </a:rPr>
              <a:t>以领受圣餐敬拜神</a:t>
            </a:r>
            <a:endParaRPr lang="zh-CN" altLang="en-US" sz="36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>
            <a:off x="2409939" y="1454614"/>
            <a:ext cx="3928122" cy="52322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algn="ctr"/>
            <a:r>
              <a:rPr lang="zh-CN" altLang="en-US" sz="2800" b="1" dirty="0"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祷告</a:t>
            </a:r>
            <a:endParaRPr lang="zh-CN" altLang="en-US" sz="2800" b="1" dirty="0"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入会诗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http://pic.shenshi777.com/uploads/allimg/150707/1-150FH10Z1.jpg"/>
          <p:cNvPicPr>
            <a:picLocks noChangeAspect="1" noChangeArrowheads="1"/>
          </p:cNvPicPr>
          <p:nvPr userDrawn="1"/>
        </p:nvPicPr>
        <p:blipFill>
          <a:blip r:embed="rId2" cstate="print"/>
          <a:srcRect l="54259" r="17752" b="781"/>
          <a:stretch>
            <a:fillRect/>
          </a:stretch>
        </p:blipFill>
        <p:spPr bwMode="auto">
          <a:xfrm>
            <a:off x="8747999" y="0"/>
            <a:ext cx="34385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组合 9"/>
          <p:cNvGrpSpPr/>
          <p:nvPr userDrawn="1"/>
        </p:nvGrpSpPr>
        <p:grpSpPr bwMode="auto">
          <a:xfrm>
            <a:off x="0" y="230188"/>
            <a:ext cx="152400" cy="400050"/>
            <a:chOff x="0" y="2891636"/>
            <a:chExt cx="152400" cy="400050"/>
          </a:xfrm>
        </p:grpSpPr>
        <p:sp>
          <p:nvSpPr>
            <p:cNvPr id="5" name="Rectangle 7"/>
            <p:cNvSpPr/>
            <p:nvPr/>
          </p:nvSpPr>
          <p:spPr>
            <a:xfrm>
              <a:off x="0" y="2891636"/>
              <a:ext cx="152400" cy="40005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cxnSp>
          <p:nvCxnSpPr>
            <p:cNvPr id="6" name="Straight Connector 15"/>
            <p:cNvCxnSpPr/>
            <p:nvPr/>
          </p:nvCxnSpPr>
          <p:spPr bwMode="auto">
            <a:xfrm>
              <a:off x="0" y="3074198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16"/>
            <p:cNvCxnSpPr/>
            <p:nvPr/>
          </p:nvCxnSpPr>
          <p:spPr bwMode="auto">
            <a:xfrm>
              <a:off x="0" y="3120236"/>
              <a:ext cx="10160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1"/>
          <p:cNvSpPr txBox="1">
            <a:spLocks noChangeArrowheads="1"/>
          </p:cNvSpPr>
          <p:nvPr userDrawn="1"/>
        </p:nvSpPr>
        <p:spPr bwMode="auto">
          <a:xfrm>
            <a:off x="201613" y="76200"/>
            <a:ext cx="2236510" cy="7078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kumimoji="1"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入会诗歌</a:t>
            </a:r>
            <a:endParaRPr kumimoji="1"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sz="quarter" idx="10" hasCustomPrompt="1"/>
          </p:nvPr>
        </p:nvSpPr>
        <p:spPr>
          <a:xfrm>
            <a:off x="0" y="6475236"/>
            <a:ext cx="8748713" cy="3708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 lvl="0"/>
            <a:r>
              <a:rPr lang="en-US" altLang="zh-CN"/>
              <a:t>m/n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5" Type="http://schemas.openxmlformats.org/officeDocument/2006/relationships/theme" Target="../theme/theme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chemeClr val="bg1">
                <a:lumMod val="85000"/>
              </a:schemeClr>
            </a:gs>
            <a:gs pos="0">
              <a:schemeClr val="bg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p="http://schemas.openxmlformats.org/presentationml/2006/main">
  <p:tag name="KSO_WM_DOC_GUID" val="{d50e44d3-089c-4995-af16-b26d8226b9fc}"/>
</p:tagLst>
</file>

<file path=ppt/theme/theme1.xml><?xml version="1.0" encoding="utf-8"?>
<a:theme xmlns:a="http://schemas.openxmlformats.org/drawingml/2006/main" name="第一PPT：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>
            <a:lumMod val="20000"/>
            <a:lumOff val="80000"/>
          </a:schemeClr>
        </a:solidFill>
        <a:ln w="28575">
          <a:solidFill>
            <a:srgbClr val="0000CC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19" baseType="lpstr">
      <vt:lpstr>Arial</vt:lpstr>
      <vt:lpstr>宋体</vt:lpstr>
      <vt:lpstr>Wingdings</vt:lpstr>
      <vt:lpstr>Calibri Light</vt:lpstr>
      <vt:lpstr>Calibri</vt:lpstr>
      <vt:lpstr>微软雅黑</vt:lpstr>
      <vt:lpstr>华文新魏</vt:lpstr>
      <vt:lpstr>Times New Roman</vt:lpstr>
      <vt:lpstr>汉仪中黑简</vt:lpstr>
      <vt:lpstr>黑体</vt:lpstr>
      <vt:lpstr>PingFang SC Medium</vt:lpstr>
      <vt:lpstr>隶书</vt:lpstr>
      <vt:lpstr>Calibri</vt:lpstr>
      <vt:lpstr>华文中宋</vt:lpstr>
      <vt:lpstr>华文楷体</vt:lpstr>
      <vt:lpstr>楷体</vt:lpstr>
      <vt:lpstr>MS PGothic</vt:lpstr>
      <vt:lpstr>Arial Unicode MS</vt:lpstr>
      <vt:lpstr>第一PPT：www.1ppt.com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 Frank</dc:creator>
  <cp:lastModifiedBy>Fenray(Dongli)</cp:lastModifiedBy>
  <cp:revision>612</cp:revision>
  <dcterms:created xsi:type="dcterms:W3CDTF">2021-11-06T09:42:00Z</dcterms:created>
  <dcterms:modified xsi:type="dcterms:W3CDTF">2026-01-06T14:53:30Z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9B2D459ED2C74C2393B34C29A69B3335</vt:lpwstr>
  </property>
</Properties>
</file>